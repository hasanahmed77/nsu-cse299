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9"/>
  </p:notesMasterIdLst>
  <p:sldIdLst>
    <p:sldId id="265" r:id="rId2"/>
    <p:sldId id="257" r:id="rId3"/>
    <p:sldId id="258" r:id="rId4"/>
    <p:sldId id="259" r:id="rId5"/>
    <p:sldId id="260" r:id="rId6"/>
    <p:sldId id="261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B578D-2F2A-26BF-1FCE-532EF55523E9}" v="66" dt="2026-04-05T13:48:11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95F51-BED8-4B04-B300-8DF017B8AA01}" type="datetimeFigureOut"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7A84D-8B70-4D9C-9B70-818FF8FE8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1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48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3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7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8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7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2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Tanim Ahmed (2312597042)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Mustakim Ahmed Hasan (2421349042)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MD. Nafiz Al Mamun (2232050642)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Ahamed Osman Asif (2031080642)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7A84D-8B70-4D9C-9B70-818FF8FE8EBA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5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9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0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96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14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4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1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6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1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0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7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Stars and stars in space&#10;&#10;AI-generated content may be incorrect.">
            <a:extLst>
              <a:ext uri="{FF2B5EF4-FFF2-40B4-BE49-F238E27FC236}">
                <a16:creationId xmlns:a16="http://schemas.microsoft.com/office/drawing/2014/main" id="{D1B168A0-C94A-13AA-7992-3CD57EB9B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855" b="151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DF37D3-C7CC-8C48-39D3-17E231CE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74" y="-265939"/>
            <a:ext cx="4023360" cy="28022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CLOUD BASED MOVIE STREAMING PLATFORM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B737C-9BE9-421A-E0DE-49F18B7F18FC}"/>
              </a:ext>
            </a:extLst>
          </p:cNvPr>
          <p:cNvSpPr txBox="1"/>
          <p:nvPr/>
        </p:nvSpPr>
        <p:spPr>
          <a:xfrm>
            <a:off x="562053" y="3750739"/>
            <a:ext cx="67588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Tanim Ahmed (2312597042)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Mustakim Ahmed Hasan (2421349042)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MD. Nafiz Al Mamun (2232050642)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Ahamed Osman Asif (2031080642)</a:t>
            </a:r>
          </a:p>
          <a:p>
            <a:endParaRPr lang="en-US" sz="28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315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E871C-DBD5-1470-C8CA-D20FE4F8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45" y="-1041748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>
                <a:latin typeface="Times New Roman"/>
                <a:cs typeface="Times New Roman"/>
              </a:rPr>
              <a:t>Platform Overview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DF6F52"/>
          </a:solidFill>
          <a:ln w="38100" cap="rnd">
            <a:solidFill>
              <a:srgbClr val="DF6F5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E1A2-24BC-9518-B3D7-5417ED2D5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0" y="1150741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Platform is 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functionally complete and stable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Strong foundation for a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high-quality user experience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Opportunity to further enhance 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visual consistency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Focus on elevating the 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overall look and feel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Aim to achieve a more 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premium, polished interface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775EAF9-ABBC-D1CD-58C6-E6897184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64" b="2023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7347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0B0DC-7C95-4839-2A10-5293B3F1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80" y="4077"/>
            <a:ext cx="11018520" cy="1434415"/>
          </a:xfrm>
        </p:spPr>
        <p:txBody>
          <a:bodyPr anchor="b">
            <a:noAutofit/>
          </a:bodyPr>
          <a:lstStyle/>
          <a:p>
            <a:r>
              <a:rPr lang="en-US" sz="6000">
                <a:latin typeface="Times New Roman"/>
                <a:ea typeface="+mj-lt"/>
                <a:cs typeface="Times New Roman"/>
              </a:rPr>
              <a:t>Proposed Enhancement Approach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072" y="1817073"/>
            <a:ext cx="11018520" cy="18288"/>
          </a:xfrm>
          <a:custGeom>
            <a:avLst/>
            <a:gdLst>
              <a:gd name="csX0" fmla="*/ 0 w 11018520"/>
              <a:gd name="csY0" fmla="*/ 0 h 18288"/>
              <a:gd name="csX1" fmla="*/ 468287 w 11018520"/>
              <a:gd name="csY1" fmla="*/ 0 h 18288"/>
              <a:gd name="csX2" fmla="*/ 1156945 w 11018520"/>
              <a:gd name="csY2" fmla="*/ 0 h 18288"/>
              <a:gd name="csX3" fmla="*/ 1955787 w 11018520"/>
              <a:gd name="csY3" fmla="*/ 0 h 18288"/>
              <a:gd name="csX4" fmla="*/ 2313889 w 11018520"/>
              <a:gd name="csY4" fmla="*/ 0 h 18288"/>
              <a:gd name="csX5" fmla="*/ 2671991 w 11018520"/>
              <a:gd name="csY5" fmla="*/ 0 h 18288"/>
              <a:gd name="csX6" fmla="*/ 3581019 w 11018520"/>
              <a:gd name="csY6" fmla="*/ 0 h 18288"/>
              <a:gd name="csX7" fmla="*/ 4269677 w 11018520"/>
              <a:gd name="csY7" fmla="*/ 0 h 18288"/>
              <a:gd name="csX8" fmla="*/ 4627778 w 11018520"/>
              <a:gd name="csY8" fmla="*/ 0 h 18288"/>
              <a:gd name="csX9" fmla="*/ 5316436 w 11018520"/>
              <a:gd name="csY9" fmla="*/ 0 h 18288"/>
              <a:gd name="csX10" fmla="*/ 6225464 w 11018520"/>
              <a:gd name="csY10" fmla="*/ 0 h 18288"/>
              <a:gd name="csX11" fmla="*/ 6803936 w 11018520"/>
              <a:gd name="csY11" fmla="*/ 0 h 18288"/>
              <a:gd name="csX12" fmla="*/ 7382408 w 11018520"/>
              <a:gd name="csY12" fmla="*/ 0 h 18288"/>
              <a:gd name="csX13" fmla="*/ 8071066 w 11018520"/>
              <a:gd name="csY13" fmla="*/ 0 h 18288"/>
              <a:gd name="csX14" fmla="*/ 8869909 w 11018520"/>
              <a:gd name="csY14" fmla="*/ 0 h 18288"/>
              <a:gd name="csX15" fmla="*/ 9668751 w 11018520"/>
              <a:gd name="csY15" fmla="*/ 0 h 18288"/>
              <a:gd name="csX16" fmla="*/ 11018520 w 11018520"/>
              <a:gd name="csY16" fmla="*/ 0 h 18288"/>
              <a:gd name="csX17" fmla="*/ 11018520 w 11018520"/>
              <a:gd name="csY17" fmla="*/ 18288 h 18288"/>
              <a:gd name="csX18" fmla="*/ 10550233 w 11018520"/>
              <a:gd name="csY18" fmla="*/ 18288 h 18288"/>
              <a:gd name="csX19" fmla="*/ 9641205 w 11018520"/>
              <a:gd name="csY19" fmla="*/ 18288 h 18288"/>
              <a:gd name="csX20" fmla="*/ 8952548 w 11018520"/>
              <a:gd name="csY20" fmla="*/ 18288 h 18288"/>
              <a:gd name="csX21" fmla="*/ 8594446 w 11018520"/>
              <a:gd name="csY21" fmla="*/ 18288 h 18288"/>
              <a:gd name="csX22" fmla="*/ 7905788 w 11018520"/>
              <a:gd name="csY22" fmla="*/ 18288 h 18288"/>
              <a:gd name="csX23" fmla="*/ 7327316 w 11018520"/>
              <a:gd name="csY23" fmla="*/ 18288 h 18288"/>
              <a:gd name="csX24" fmla="*/ 6748844 w 11018520"/>
              <a:gd name="csY24" fmla="*/ 18288 h 18288"/>
              <a:gd name="csX25" fmla="*/ 6170371 w 11018520"/>
              <a:gd name="csY25" fmla="*/ 18288 h 18288"/>
              <a:gd name="csX26" fmla="*/ 5591899 w 11018520"/>
              <a:gd name="csY26" fmla="*/ 18288 h 18288"/>
              <a:gd name="csX27" fmla="*/ 4793056 w 11018520"/>
              <a:gd name="csY27" fmla="*/ 18288 h 18288"/>
              <a:gd name="csX28" fmla="*/ 4104399 w 11018520"/>
              <a:gd name="csY28" fmla="*/ 18288 h 18288"/>
              <a:gd name="csX29" fmla="*/ 3746297 w 11018520"/>
              <a:gd name="csY29" fmla="*/ 18288 h 18288"/>
              <a:gd name="csX30" fmla="*/ 3167825 w 11018520"/>
              <a:gd name="csY30" fmla="*/ 18288 h 18288"/>
              <a:gd name="csX31" fmla="*/ 2368982 w 11018520"/>
              <a:gd name="csY31" fmla="*/ 18288 h 18288"/>
              <a:gd name="csX32" fmla="*/ 1900695 w 11018520"/>
              <a:gd name="csY32" fmla="*/ 18288 h 18288"/>
              <a:gd name="csX33" fmla="*/ 991667 w 11018520"/>
              <a:gd name="csY33" fmla="*/ 18288 h 18288"/>
              <a:gd name="csX34" fmla="*/ 0 w 11018520"/>
              <a:gd name="csY34" fmla="*/ 18288 h 18288"/>
              <a:gd name="csX35" fmla="*/ 0 w 11018520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C6517D"/>
          </a:solidFill>
          <a:ln w="38100" cap="rnd">
            <a:solidFill>
              <a:srgbClr val="C651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2AF35-4402-8FCB-D3D0-157B2083A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836854"/>
            <a:ext cx="6713552" cy="41191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Introduce a </a:t>
            </a:r>
            <a:r>
              <a:rPr lang="en-US" b="1">
                <a:latin typeface="Times New Roman"/>
                <a:ea typeface="+mn-lt"/>
                <a:cs typeface="Times New Roman"/>
              </a:rPr>
              <a:t>targeted UI/UX refinement phase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Strengthen </a:t>
            </a:r>
            <a:r>
              <a:rPr lang="en-US" b="1">
                <a:latin typeface="Times New Roman"/>
                <a:ea typeface="+mn-lt"/>
                <a:cs typeface="Times New Roman"/>
              </a:rPr>
              <a:t>design consistency across components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Improve </a:t>
            </a:r>
            <a:r>
              <a:rPr lang="en-US" b="1">
                <a:latin typeface="Times New Roman"/>
                <a:ea typeface="+mn-lt"/>
                <a:cs typeface="Times New Roman"/>
              </a:rPr>
              <a:t>interaction smoothness and responsiveness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Enhance </a:t>
            </a:r>
            <a:r>
              <a:rPr lang="en-US" b="1">
                <a:latin typeface="Times New Roman"/>
                <a:ea typeface="+mn-lt"/>
                <a:cs typeface="Times New Roman"/>
              </a:rPr>
              <a:t>user feedback in all states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Maintain existing </a:t>
            </a:r>
            <a:r>
              <a:rPr lang="en-US" b="1">
                <a:latin typeface="Times New Roman"/>
                <a:ea typeface="+mn-lt"/>
                <a:cs typeface="Times New Roman"/>
              </a:rPr>
              <a:t>architecture and performance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4" name="Picture 3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37B262A5-B319-B142-DCA0-929A045D1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21" r="29343" b="-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7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0843F-0AA3-9B5F-6EB7-625FB1B5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ea typeface="+mj-lt"/>
                <a:cs typeface="Times New Roman"/>
              </a:rPr>
              <a:t> </a:t>
            </a:r>
            <a:r>
              <a:rPr lang="en-US">
                <a:latin typeface="Times New Roman"/>
                <a:ea typeface="+mj-lt"/>
                <a:cs typeface="Times New Roman"/>
              </a:rPr>
              <a:t>Enhancements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757BFD"/>
          </a:solidFill>
          <a:ln w="38100" cap="rnd">
            <a:solidFill>
              <a:srgbClr val="757BF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57FCF-629D-088C-AC2E-40210F93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Times New Roman"/>
                <a:ea typeface="+mn-lt"/>
                <a:cs typeface="Times New Roman"/>
              </a:rPr>
              <a:t>Smoother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hover effects and interaction feedback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Visually improved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empty and error state panels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Consistent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typography, spacing, and layout system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Unified and modern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skeleton loading design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845014A-D719-3FFC-19FC-C0BD2F371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45" r="22852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2855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8F5FB-87F0-07B0-5552-13961BDE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003" y="-565585"/>
            <a:ext cx="4368602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>
                <a:latin typeface="Times New Roman"/>
                <a:ea typeface="+mj-lt"/>
                <a:cs typeface="Times New Roman"/>
              </a:rPr>
              <a:t>Progress Achieved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4EA42"/>
          </a:solidFill>
          <a:ln w="38100" cap="rnd">
            <a:solidFill>
              <a:srgbClr val="E4EA4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F9B8-E1D1-A0E2-0600-8496C51F3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003" y="1712314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Times New Roman"/>
                <a:ea typeface="+mn-lt"/>
                <a:cs typeface="Times New Roman"/>
              </a:rPr>
              <a:t>Refined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interactive elements for better usability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Improved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accessibility with clearer focus indicators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Standardized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UI components and text styles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Enhanced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loading, empty, and error experiences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Ensured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full system stability during updates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 shot of a television&#10;&#10;AI-generated content may be incorrect.">
            <a:extLst>
              <a:ext uri="{FF2B5EF4-FFF2-40B4-BE49-F238E27FC236}">
                <a16:creationId xmlns:a16="http://schemas.microsoft.com/office/drawing/2014/main" id="{A412013A-2DB6-4ABC-D6E2-BD878558A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553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260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E10B0-C4F1-779D-8925-0DAEF629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56" y="-245355"/>
            <a:ext cx="4368602" cy="1956841"/>
          </a:xfrm>
        </p:spPr>
        <p:txBody>
          <a:bodyPr anchor="b">
            <a:noAutofit/>
          </a:bodyPr>
          <a:lstStyle/>
          <a:p>
            <a:r>
              <a:rPr lang="en-US" sz="4400" b="1">
                <a:latin typeface="Times New Roman"/>
                <a:ea typeface="+mj-lt"/>
                <a:cs typeface="Times New Roman"/>
              </a:rPr>
              <a:t>Outcome &amp; Future Direction</a:t>
            </a:r>
            <a:endParaRPr lang="en-US" sz="4400" b="1">
              <a:latin typeface="Times New Roman"/>
              <a:cs typeface="Times New Roman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FCFC4B"/>
          </a:solidFill>
          <a:ln w="38100" cap="rnd">
            <a:solidFill>
              <a:srgbClr val="FCFC4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56EA-21BE-06EA-B3F0-A5B35322A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819" y="1867943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Times New Roman"/>
                <a:ea typeface="+mn-lt"/>
                <a:cs typeface="Times New Roman"/>
              </a:rPr>
              <a:t>More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professional and cohesive user interface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Stronger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user engagement through clear feedback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Improved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accessibility and usability standards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Preserved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system performance and structure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Next: enhance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player experience, mobile UI, responsiveness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 b="1" dirty="0">
              <a:latin typeface="Times New Roman"/>
              <a:cs typeface="Times New Roman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BD65536-56B3-87C3-F9CE-67554A395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145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208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thank you sign on a blue background&#10;&#10;AI-generated content may be incorrect.">
            <a:extLst>
              <a:ext uri="{FF2B5EF4-FFF2-40B4-BE49-F238E27FC236}">
                <a16:creationId xmlns:a16="http://schemas.microsoft.com/office/drawing/2014/main" id="{E157C799-7813-1F6C-5B36-97B46A0D4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540" r="3242"/>
          <a:stretch>
            <a:fillRect/>
          </a:stretch>
        </p:blipFill>
        <p:spPr>
          <a:xfrm>
            <a:off x="180279" y="161490"/>
            <a:ext cx="11827082" cy="6534092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570288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SketchyVTI</vt:lpstr>
      <vt:lpstr>CLOUD BASED MOVIE STREAMING PLATFORM</vt:lpstr>
      <vt:lpstr>Platform Overview</vt:lpstr>
      <vt:lpstr>Proposed Enhancement Approach</vt:lpstr>
      <vt:lpstr> Enhancements</vt:lpstr>
      <vt:lpstr>Progress Achieved</vt:lpstr>
      <vt:lpstr>Outcome &amp; Future Direction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186</cp:revision>
  <dcterms:created xsi:type="dcterms:W3CDTF">2026-03-08T11:50:35Z</dcterms:created>
  <dcterms:modified xsi:type="dcterms:W3CDTF">2026-04-05T13:50:07Z</dcterms:modified>
</cp:coreProperties>
</file>