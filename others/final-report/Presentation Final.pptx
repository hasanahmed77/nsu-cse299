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5EEEF-2812-4A2F-BE9B-5580F569FC31}" type="datetimeFigureOut"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57CE6-CB21-4072-A9CC-8C932F253C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2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1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61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77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62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65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67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68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4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04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12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36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57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98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80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72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Mustakim Ahmed Hasan (2421349042)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Tanim Ahmed (2312597042)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Nafiz Al Mamun (2232050642)</a:t>
            </a:r>
            <a:endParaRPr lang="en-US">
              <a:solidFill>
                <a:srgbClr val="444444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/>
              <a:t>Ahamed Osman Asif (2031080642)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57CE6-CB21-4072-A9CC-8C932F253CC3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2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agoda with Mount Fuji in the background&#10;&#10;AI-generated content may be incorrect.">
            <a:extLst>
              <a:ext uri="{FF2B5EF4-FFF2-40B4-BE49-F238E27FC236}">
                <a16:creationId xmlns:a16="http://schemas.microsoft.com/office/drawing/2014/main" id="{B639A159-4CEA-864C-1240-4104A48473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92" t="9091" r="1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286" y="-512071"/>
            <a:ext cx="7546229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ea typeface="+mj-lt"/>
                <a:cs typeface="+mj-lt"/>
              </a:rPr>
              <a:t>Cloud-Based Movie Streaming 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Platform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 Using Next.js and </a:t>
            </a:r>
            <a:r>
              <a:rPr lang="en-US" sz="3600" dirty="0" err="1">
                <a:ea typeface="+mj-lt"/>
                <a:cs typeface="+mj-lt"/>
              </a:rPr>
              <a:t>FastAPI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936" y="2951357"/>
            <a:ext cx="6132664" cy="12081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>
                <a:ea typeface="+mn-lt"/>
                <a:cs typeface="+mn-lt"/>
              </a:rPr>
              <a:t>Members: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Mustakim Ahmed Hasan (2421349042)</a:t>
            </a:r>
          </a:p>
          <a:p>
            <a:pPr marL="285750" indent="-285750" algn="l">
              <a:buFont typeface="Arial,Sans-Serif"/>
              <a:buChar char="•"/>
            </a:pPr>
            <a:r>
              <a:rPr lang="en-US" sz="2000">
                <a:ea typeface="+mn-lt"/>
                <a:cs typeface="+mn-lt"/>
              </a:rPr>
              <a:t>Tanim Ahmed (2312597042)</a:t>
            </a:r>
          </a:p>
          <a:p>
            <a:pPr marL="285750" indent="-285750" algn="l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Nafiz Al Mamun (2232050642)</a:t>
            </a:r>
            <a:endParaRPr lang="en-US" sz="2000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Ahamed Osman Asif (2031080642)</a:t>
            </a:r>
            <a:endParaRPr lang="en-US">
              <a:ea typeface="+mn-lt"/>
              <a:cs typeface="+mn-lt"/>
            </a:endParaRPr>
          </a:p>
          <a:p>
            <a:pPr algn="l"/>
            <a:endParaRPr lang="en-US" sz="8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F66AA-BF5D-BB3E-1241-A2E9281C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Introduction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E9F7B-B6E5-1ED3-315F-182F1E86F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Online streaming is now the main entertainment source </a:t>
            </a:r>
          </a:p>
          <a:p>
            <a:r>
              <a:rPr lang="en-US" sz="2200">
                <a:ea typeface="+mn-lt"/>
                <a:cs typeface="+mn-lt"/>
              </a:rPr>
              <a:t>Platforms like Netflix require multiple subscriptions </a:t>
            </a:r>
          </a:p>
          <a:p>
            <a:r>
              <a:rPr lang="en-US" sz="2200">
                <a:ea typeface="+mn-lt"/>
                <a:cs typeface="+mn-lt"/>
              </a:rPr>
              <a:t>Building such systems requires frontend + backend + database + cloud </a:t>
            </a:r>
          </a:p>
          <a:p>
            <a:r>
              <a:rPr lang="en-US" sz="2200">
                <a:ea typeface="+mn-lt"/>
                <a:cs typeface="+mn-lt"/>
              </a:rPr>
              <a:t>Goal: build a simplified Netflix-like platform</a:t>
            </a:r>
          </a:p>
          <a:p>
            <a:endParaRPr lang="en-US" sz="2200"/>
          </a:p>
        </p:txBody>
      </p:sp>
      <p:pic>
        <p:nvPicPr>
          <p:cNvPr id="4" name="Picture 3" descr="A close up of a phone&#10;&#10;AI-generated content may be incorrect.">
            <a:extLst>
              <a:ext uri="{FF2B5EF4-FFF2-40B4-BE49-F238E27FC236}">
                <a16:creationId xmlns:a16="http://schemas.microsoft.com/office/drawing/2014/main" id="{1BB461F0-C778-1625-8721-56C12C7CEE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1" r="3306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492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27FCC-D3F1-6715-93E0-9D1D1EE7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Problem Statement</a:t>
            </a:r>
            <a:endParaRPr lang="en-US" sz="5400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EB2EA-BF87-C522-0C93-50EB1CF14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Multiple subscriptions are expensive 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No centralized platform for content 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Academic projects lack real-world complexity 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Missing features: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authentication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streaming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deployment </a:t>
            </a:r>
            <a:endParaRPr lang="en-US" sz="1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900">
                <a:ea typeface="+mn-lt"/>
                <a:cs typeface="+mn-lt"/>
              </a:rPr>
              <a:t>scalable architecture</a:t>
            </a:r>
            <a:endParaRPr lang="en-US" sz="1900"/>
          </a:p>
          <a:p>
            <a:endParaRPr lang="en-US" sz="1900"/>
          </a:p>
        </p:txBody>
      </p:sp>
      <p:pic>
        <p:nvPicPr>
          <p:cNvPr id="5" name="Picture 4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BDDB3455-918C-0304-974F-9B30AA59F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84" r="1909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718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E6971-6EAA-8140-C92B-FED364C4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Project Objectives</a:t>
            </a:r>
            <a:endParaRPr lang="en-US" sz="54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1A80-AA69-0C1C-2CBF-F1CC351DA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Build full-stack streaming platform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 authentication (login/register)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Provide movie browsing and search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 video playback (HLS)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Store user data and watch history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Deploy system on cloud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 descr="A hand holding a remote control&#10;&#10;AI-generated content may be incorrect.">
            <a:extLst>
              <a:ext uri="{FF2B5EF4-FFF2-40B4-BE49-F238E27FC236}">
                <a16:creationId xmlns:a16="http://schemas.microsoft.com/office/drawing/2014/main" id="{89A9EA5C-0BB8-4D00-50CA-684DAFEC26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44" r="3097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780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2C8B8-A456-A08F-E977-54AF175D4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Technology Stack</a:t>
            </a:r>
            <a:endParaRPr lang="en-US"/>
          </a:p>
        </p:txBody>
      </p:sp>
      <p:pic>
        <p:nvPicPr>
          <p:cNvPr id="4" name="Picture 3" descr="A screen shot of a device&#10;&#10;AI-generated content may be incorrect.">
            <a:extLst>
              <a:ext uri="{FF2B5EF4-FFF2-40B4-BE49-F238E27FC236}">
                <a16:creationId xmlns:a16="http://schemas.microsoft.com/office/drawing/2014/main" id="{367BA49B-33D1-F109-0AF3-CD91564883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06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056AF-128A-2644-B02B-418CFC2EC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Frontend: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Next.js, React, TypeScript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Tailwind CSS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FastAPI, Python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SQLAlchemy, asyncpg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Database: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PostgreSQL (Supabase)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Other: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HLS.js (video streaming)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Vercel (deployment)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2955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movie website&#10;&#10;AI-generated content may be incorrect.">
            <a:extLst>
              <a:ext uri="{FF2B5EF4-FFF2-40B4-BE49-F238E27FC236}">
                <a16:creationId xmlns:a16="http://schemas.microsoft.com/office/drawing/2014/main" id="{18277EB6-30A4-9856-5676-E55480E001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10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92F56-D2D1-FE20-2FBB-E8A09E22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System Architecture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2E04-2342-4B64-6BEA-006CD7D2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ea typeface="+mn-lt"/>
                <a:cs typeface="+mn-lt"/>
              </a:rPr>
              <a:t>Three-layer system: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User → Frontend → Backend → Database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Frontend: UI + user interaction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Backend: logic + API + authentication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Database: stores users, movies, history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Media: HLS video from cloud storage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7288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television show&#10;&#10;AI-generated content may be incorrect.">
            <a:extLst>
              <a:ext uri="{FF2B5EF4-FFF2-40B4-BE49-F238E27FC236}">
                <a16:creationId xmlns:a16="http://schemas.microsoft.com/office/drawing/2014/main" id="{FBCE0CB5-CDF1-2450-08F8-FD6E2E12E9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3" r="4244" b="-2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54400B-4FBC-82A2-730F-E27D9328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Features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E2297-8352-485E-622D-7359A0DC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User authentication (JWT)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Movie browsing and details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Typo-tolerant search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HLS video streaming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Watch history tracking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Continue watching feature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Responsive UI 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6459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A0DB1-DE24-F5B7-C528-306C14DD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Frontend Design</a:t>
            </a:r>
            <a:endParaRPr lang="en-US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9E58CA3-23ED-189F-A1F3-EC06E76F7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49" r="-3" b="26597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5031-C352-D8EE-E09A-26B3F015B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Built using Next.js App Router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Pages: home, login, search, history, movie details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Components: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Navbar (SiteHeader)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MovieCard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Player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RouteGuard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Features: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loading skeletons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responsive UI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search integration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9124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movie store&#10;&#10;AI-generated content may be incorrect.">
            <a:extLst>
              <a:ext uri="{FF2B5EF4-FFF2-40B4-BE49-F238E27FC236}">
                <a16:creationId xmlns:a16="http://schemas.microsoft.com/office/drawing/2014/main" id="{B867C520-5A55-CCBB-9C81-51140709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460" b="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22A8D-8191-3CB6-488F-A13D749F9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Backend Design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4F19F-3AF0-7D2B-2D33-517D5F31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Built using FastAPI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Main APIs: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/auth → login/register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/movies → list/search/details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/history → watch progress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dependency injection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async database queries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3927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3198D-5C4C-AE9D-6C1B-EDAF3F099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Search Functionality</a:t>
            </a:r>
            <a:endParaRPr lang="en-US"/>
          </a:p>
        </p:txBody>
      </p:sp>
      <p:pic>
        <p:nvPicPr>
          <p:cNvPr id="10" name="Picture 9" descr="A group of icons with different colors&#10;&#10;AI-generated content may be incorrect.">
            <a:extLst>
              <a:ext uri="{FF2B5EF4-FFF2-40B4-BE49-F238E27FC236}">
                <a16:creationId xmlns:a16="http://schemas.microsoft.com/office/drawing/2014/main" id="{F204624B-57D7-52DA-A822-BDDD4EC87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8" b="1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EE632-C8C0-5A78-F04B-6CB43F913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Improved from exact match → smart search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Backend ranking system: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exact match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prefix match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substring match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token overlap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fuzzy similarity </a:t>
            </a:r>
          </a:p>
          <a:p>
            <a:r>
              <a:rPr lang="en-US" sz="2000">
                <a:ea typeface="+mn-lt"/>
                <a:cs typeface="+mn-lt"/>
              </a:rPr>
              <a:t>Supports typo search 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Example: "</a:t>
            </a:r>
            <a:r>
              <a:rPr lang="en-US" sz="2000">
                <a:ea typeface="+mn-lt"/>
                <a:cs typeface="+mn-lt"/>
              </a:rPr>
              <a:t>spidreman</a:t>
            </a:r>
            <a:r>
              <a:rPr lang="en-US" sz="2000" dirty="0">
                <a:ea typeface="+mn-lt"/>
                <a:cs typeface="+mn-lt"/>
              </a:rPr>
              <a:t>" → "Spider-Man"</a:t>
            </a:r>
            <a:endParaRPr lang="en-US" sz="2000" dirty="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11128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BD982-B361-0BCE-3AC7-D0A970C9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Video Player &amp; Streaming</a:t>
            </a:r>
            <a:endParaRPr lang="en-US"/>
          </a:p>
        </p:txBody>
      </p:sp>
      <p:pic>
        <p:nvPicPr>
          <p:cNvPr id="4" name="Picture 3" descr="A screenshot of a movie&#10;&#10;AI-generated content may be incorrect.">
            <a:extLst>
              <a:ext uri="{FF2B5EF4-FFF2-40B4-BE49-F238E27FC236}">
                <a16:creationId xmlns:a16="http://schemas.microsoft.com/office/drawing/2014/main" id="{E42B812C-620B-CDBD-67A3-2019FFA25D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78" b="1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E554-3BCC-8CEA-8ED2-BDF087D7F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Uses HLS (.m3u8) streaming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Player features: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play/pause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seek forward/backward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volume + mute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fullscreen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subtitles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hls.js for browser support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Tracks watch progress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456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and phone with a screen on it&#10;&#10;AI-generated content may be incorrect.">
            <a:extLst>
              <a:ext uri="{FF2B5EF4-FFF2-40B4-BE49-F238E27FC236}">
                <a16:creationId xmlns:a16="http://schemas.microsoft.com/office/drawing/2014/main" id="{07F5FD5B-D306-A8ED-B2DF-3FBFF656AC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48" r="7349" b="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C7D69-8B7B-A488-FEC4-DD52E3A8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Deployment &amp; Challenges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CD70A-1BF5-9DFD-D665-BF12AA287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Deployment: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Frontend → </a:t>
            </a:r>
            <a:r>
              <a:rPr lang="en-US" sz="2000" dirty="0" err="1">
                <a:ea typeface="+mn-lt"/>
                <a:cs typeface="+mn-lt"/>
              </a:rPr>
              <a:t>Vercel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Backend → </a:t>
            </a:r>
            <a:r>
              <a:rPr lang="en-US" sz="2000" dirty="0" err="1">
                <a:ea typeface="+mn-lt"/>
                <a:cs typeface="+mn-lt"/>
              </a:rPr>
              <a:t>Vercel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Database → </a:t>
            </a:r>
            <a:r>
              <a:rPr lang="en-US" sz="2000" dirty="0" err="1">
                <a:ea typeface="+mn-lt"/>
                <a:cs typeface="+mn-lt"/>
              </a:rPr>
              <a:t>Supabase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Challenges solved: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CORS issues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serverless DB connection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auth across domains 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ea typeface="+mn-lt"/>
                <a:cs typeface="+mn-lt"/>
              </a:rPr>
              <a:t>asyncpg</a:t>
            </a:r>
            <a:r>
              <a:rPr lang="en-US" sz="2000" dirty="0">
                <a:ea typeface="+mn-lt"/>
                <a:cs typeface="+mn-lt"/>
              </a:rPr>
              <a:t> conflicts </a:t>
            </a:r>
            <a:endParaRPr lang="en-US" sz="20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UI loading states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0276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using a computer&#10;&#10;AI-generated content may be incorrect.">
            <a:extLst>
              <a:ext uri="{FF2B5EF4-FFF2-40B4-BE49-F238E27FC236}">
                <a16:creationId xmlns:a16="http://schemas.microsoft.com/office/drawing/2014/main" id="{FBBBEE31-9248-EEBA-0E75-F065A457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06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0716-A453-AD7F-5542-0F4A83AC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Demo Slide</a:t>
            </a:r>
            <a:endParaRPr lang="en-US" sz="400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458F-07E1-216F-9748-97DFE2A5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Login/Register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Homepage browsing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Search (typo example)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Movie player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History / Continue Watching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3417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ED25D0-4E57-8B62-995E-D2F111B9C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50" r="1" b="29242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5B1C17-A1D4-654A-236A-BC6E3959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GitHub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B1DA1-5AD8-61CD-9594-0DCB2563F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Project structure (frontend/backend) 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Important folders 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README </a:t>
            </a:r>
            <a:endParaRPr lang="en-US" sz="1800">
              <a:solidFill>
                <a:schemeClr val="bg1"/>
              </a:solidFill>
            </a:endParaRPr>
          </a:p>
          <a:p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Commits</a:t>
            </a:r>
            <a:endParaRPr 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79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television show&#10;&#10;AI-generated content may be incorrect.">
            <a:extLst>
              <a:ext uri="{FF2B5EF4-FFF2-40B4-BE49-F238E27FC236}">
                <a16:creationId xmlns:a16="http://schemas.microsoft.com/office/drawing/2014/main" id="{9806ACE0-FF3D-3957-A45C-3CCB0580A1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45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2EC5A9-74DD-095B-32FB-E5C9C669E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Conclusion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2FBB-D7BF-6C99-0E32-D45284DB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Built a full-stack streaming platform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Implemented real-world architecture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Integrated frontend, backend, and cloud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Solved deployment challenges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Gained practical full-stack experience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93058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thank you note surrounded by leaves&#10;&#10;AI-generated content may be incorrect.">
            <a:extLst>
              <a:ext uri="{FF2B5EF4-FFF2-40B4-BE49-F238E27FC236}">
                <a16:creationId xmlns:a16="http://schemas.microsoft.com/office/drawing/2014/main" id="{F5FDED20-F4C3-A614-C94C-0393308F9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88" b="-1"/>
          <a:stretch>
            <a:fillRect/>
          </a:stretch>
        </p:blipFill>
        <p:spPr>
          <a:xfrm>
            <a:off x="20" y="1"/>
            <a:ext cx="12191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424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Cloud-Based Movie Streaming  Platform  Using Next.js and FastAPI</vt:lpstr>
      <vt:lpstr>Introduction</vt:lpstr>
      <vt:lpstr>Problem Statement</vt:lpstr>
      <vt:lpstr>Project Objectives</vt:lpstr>
      <vt:lpstr>Technology Stack</vt:lpstr>
      <vt:lpstr>System Architecture</vt:lpstr>
      <vt:lpstr>Key Features</vt:lpstr>
      <vt:lpstr>Frontend Design</vt:lpstr>
      <vt:lpstr>Backend Design</vt:lpstr>
      <vt:lpstr>Search Functionality</vt:lpstr>
      <vt:lpstr>Video Player &amp; Streaming</vt:lpstr>
      <vt:lpstr>Deployment &amp; Challenges</vt:lpstr>
      <vt:lpstr>Demo Slide</vt:lpstr>
      <vt:lpstr>GitHub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155</cp:revision>
  <dcterms:created xsi:type="dcterms:W3CDTF">2026-04-19T22:34:04Z</dcterms:created>
  <dcterms:modified xsi:type="dcterms:W3CDTF">2026-05-04T00:27:06Z</dcterms:modified>
</cp:coreProperties>
</file>