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494DA0-197B-48E9-85DE-D309195BE476}" v="258" dt="2026-03-16T01:08:56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BE0FD-4A4D-4675-B252-E8FFDB2D28AD}" type="datetimeFigureOut"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96432-5009-45CE-A713-B6F6138052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52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0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75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55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7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Mustakim Ahmed Hasan 2421349042 </a:t>
            </a:r>
          </a:p>
          <a:p>
            <a:r>
              <a:rPr lang="en-US"/>
              <a:t>MD. Nafiz Al Mamun 2232050642 </a:t>
            </a:r>
          </a:p>
          <a:p>
            <a:r>
              <a:rPr lang="en-US"/>
              <a:t>Tanim Ahmed 2312597042 </a:t>
            </a:r>
          </a:p>
          <a:p>
            <a:r>
              <a:rPr lang="en-US"/>
              <a:t>Ahamed Osman Asif 2031080642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96432-5009-45CE-A713-B6F61380526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77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uilding with many pagodas and red lanterns&#10;&#10;AI-generated content may be incorrect.">
            <a:extLst>
              <a:ext uri="{FF2B5EF4-FFF2-40B4-BE49-F238E27FC236}">
                <a16:creationId xmlns:a16="http://schemas.microsoft.com/office/drawing/2014/main" id="{B9E63F06-C1E2-453A-AA0D-676D450272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3" r="23585" b="397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2" name="Rectangle 10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dirty="0"/>
              <a:t>Cloud-Based Movie Streaming Platform</a:t>
            </a:r>
            <a:br>
              <a:rPr lang="en-US" sz="4400" dirty="0"/>
            </a:br>
            <a:r>
              <a:rPr lang="en-US" sz="4400" dirty="0"/>
              <a:t>Using F</a:t>
            </a:r>
            <a:r>
              <a:rPr lang="en-US" sz="4400" dirty="0" err="1"/>
              <a:t>astAPI </a:t>
            </a:r>
            <a:r>
              <a:rPr lang="en-US" sz="4400" dirty="0"/>
              <a:t>and Next.js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Mustakim Ahmed Hasan 2421349042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MD. Nafiz Al Mamun 2232050642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Tanim Ahmed 2312597042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Ahamed Osman Asif 2031080642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9CB84-C2EE-54EC-EFF1-FC92FC3F5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System Features</a:t>
            </a:r>
            <a:endParaRPr lang="en-US"/>
          </a:p>
        </p:txBody>
      </p:sp>
      <p:pic>
        <p:nvPicPr>
          <p:cNvPr id="5" name="Picture 4" descr="A computer and phone with a screen on it&#10;&#10;AI-generated content may be incorrect.">
            <a:extLst>
              <a:ext uri="{FF2B5EF4-FFF2-40B4-BE49-F238E27FC236}">
                <a16:creationId xmlns:a16="http://schemas.microsoft.com/office/drawing/2014/main" id="{534F3C67-E251-917F-E964-4D8EA31A1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0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98CD-ED05-A6CA-5C49-9D1681B8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Core Features of the Platform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1. User Authentication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Secure login and logout functionality.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Authentication state persists across page reloads.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2. Content Browsing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Featured content displayed on the homepage.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Sections for </a:t>
            </a:r>
            <a:r>
              <a:rPr lang="en-US" sz="1400" b="1">
                <a:ea typeface="+mn-lt"/>
                <a:cs typeface="+mn-lt"/>
              </a:rPr>
              <a:t>Trending Now</a:t>
            </a:r>
            <a:r>
              <a:rPr lang="en-US" sz="1400">
                <a:ea typeface="+mn-lt"/>
                <a:cs typeface="+mn-lt"/>
              </a:rPr>
              <a:t> and </a:t>
            </a:r>
            <a:r>
              <a:rPr lang="en-US" sz="1400" b="1">
                <a:ea typeface="+mn-lt"/>
                <a:cs typeface="+mn-lt"/>
              </a:rPr>
              <a:t>Latest Releases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3. Video Streaming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Built-in media player with playback controls.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Supports pause, seek, and </a:t>
            </a:r>
            <a:r>
              <a:rPr lang="en-US" sz="1400" dirty="0" err="1">
                <a:ea typeface="+mn-lt"/>
                <a:cs typeface="+mn-lt"/>
              </a:rPr>
              <a:t>fullscreen</a:t>
            </a:r>
            <a:r>
              <a:rPr lang="en-US" sz="1400" dirty="0">
                <a:ea typeface="+mn-lt"/>
                <a:cs typeface="+mn-lt"/>
              </a:rPr>
              <a:t> playback.</a:t>
            </a:r>
            <a:endParaRPr lang="en-US" sz="1400" dirty="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4. Watch History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Tracks user viewing activity.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Allows users to continue watching previously started content.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5. Responsive User Interface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Modern streaming-style UI similar to major platforms.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Optimized for usability and visual clarity.</a:t>
            </a:r>
            <a:endParaRPr lang="en-US" sz="1400" dirty="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4175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643A41D0-71F4-8FF5-906E-1A61406063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88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B5FEB-4FE3-10A8-3B89-538C046BF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Problems Identified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076A-EE29-885A-7AD5-E1EE45032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82" y="1862701"/>
            <a:ext cx="5906483" cy="36307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Several issues were identified that impacted system performance and usability:</a:t>
            </a: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    1. Authentication UI Flicker</a:t>
            </a:r>
            <a:endParaRPr lang="en-US" sz="1800" dirty="0"/>
          </a:p>
          <a:p>
            <a:pPr lvl="1">
              <a:buFont typeface="Arial"/>
            </a:pPr>
            <a:r>
              <a:rPr lang="en-US" sz="1800">
                <a:ea typeface="+mn-lt"/>
                <a:cs typeface="+mn-lt"/>
              </a:rPr>
              <a:t>Navbar briefly showed </a:t>
            </a:r>
            <a:r>
              <a:rPr lang="en-US" sz="1800" b="1">
                <a:ea typeface="+mn-lt"/>
                <a:cs typeface="+mn-lt"/>
              </a:rPr>
              <a:t>Login/Signup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>
                <a:ea typeface="+mn-lt"/>
                <a:cs typeface="+mn-lt"/>
              </a:rPr>
              <a:t>even when users were already authenticated.</a:t>
            </a:r>
            <a:endParaRPr lang="en-US" sz="1800" dirty="0"/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Caused by delayed authentication state loading.</a:t>
            </a:r>
            <a:endParaRPr lang="en-US" sz="1800" dirty="0"/>
          </a:p>
          <a:p>
            <a:pPr indent="0">
              <a:buNone/>
            </a:pPr>
            <a:r>
              <a:rPr lang="en-US" sz="1800" b="1">
                <a:ea typeface="+mn-lt"/>
                <a:cs typeface="+mn-lt"/>
              </a:rPr>
              <a:t>2. Search Limitations</a:t>
            </a:r>
            <a:endParaRPr lang="en-US" sz="1800" dirty="0"/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Initial search functionality only supported </a:t>
            </a:r>
            <a:r>
              <a:rPr lang="en-US" sz="1800" b="1">
                <a:ea typeface="+mn-lt"/>
                <a:cs typeface="+mn-lt"/>
              </a:rPr>
              <a:t>exact text matches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 dirty="0"/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Users could not find results with typos or partial keywords.</a:t>
            </a:r>
            <a:endParaRPr lang="en-US" sz="1800" dirty="0"/>
          </a:p>
          <a:p>
            <a:pPr indent="0">
              <a:buNone/>
            </a:pPr>
            <a:r>
              <a:rPr lang="en-US" sz="1800" b="1">
                <a:ea typeface="+mn-lt"/>
                <a:cs typeface="+mn-lt"/>
              </a:rPr>
              <a:t>3. Deployment Build Issues</a:t>
            </a:r>
            <a:endParaRPr lang="en-US" sz="1800" dirty="0"/>
          </a:p>
          <a:p>
            <a:pPr lvl="1"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Frontend build errors occurred due to </a:t>
            </a:r>
            <a:r>
              <a:rPr lang="en-US" sz="1800" b="1">
                <a:ea typeface="+mn-lt"/>
                <a:cs typeface="+mn-lt"/>
              </a:rPr>
              <a:t>Next.js server cookie handling incompatibilities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 dirty="0"/>
          </a:p>
          <a:p>
            <a:pPr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189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26B6E-FDF4-70C6-E360-1C5B0E3C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Implemented Solutions</a:t>
            </a:r>
            <a:endParaRPr lang="en-US"/>
          </a:p>
        </p:txBody>
      </p:sp>
      <p:pic>
        <p:nvPicPr>
          <p:cNvPr id="4" name="Picture 3" descr="A screenshot of a movie&#10;&#10;AI-generated content may be incorrect.">
            <a:extLst>
              <a:ext uri="{FF2B5EF4-FFF2-40B4-BE49-F238E27FC236}">
                <a16:creationId xmlns:a16="http://schemas.microsoft.com/office/drawing/2014/main" id="{4D098D12-0AD5-A006-2A7A-D9D72872F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791" b="2879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00DB-0F05-B654-3828-ACFB1A96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1.  Authentication Stability</a:t>
            </a:r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Implemented </a:t>
            </a:r>
            <a:r>
              <a:rPr lang="en-US" sz="1400" b="1">
                <a:ea typeface="+mn-lt"/>
                <a:cs typeface="+mn-lt"/>
              </a:rPr>
              <a:t>server-side authentication state seeding</a:t>
            </a:r>
            <a:r>
              <a:rPr lang="en-US" sz="1400">
                <a:ea typeface="+mn-lt"/>
                <a:cs typeface="+mn-lt"/>
              </a:rPr>
              <a:t>.</a:t>
            </a:r>
          </a:p>
          <a:p>
            <a:r>
              <a:rPr lang="en-US" sz="1400">
                <a:ea typeface="+mn-lt"/>
                <a:cs typeface="+mn-lt"/>
              </a:rPr>
              <a:t>Added </a:t>
            </a:r>
            <a:r>
              <a:rPr lang="en-US" sz="1400" b="1">
                <a:ea typeface="+mn-lt"/>
                <a:cs typeface="+mn-lt"/>
              </a:rPr>
              <a:t>Bearer Token support</a:t>
            </a:r>
            <a:r>
              <a:rPr lang="en-US" sz="1400">
                <a:ea typeface="+mn-lt"/>
                <a:cs typeface="+mn-lt"/>
              </a:rPr>
              <a:t> to overcome cross-origin cookie issues.</a:t>
            </a:r>
          </a:p>
          <a:p>
            <a:pPr>
              <a:spcBef>
                <a:spcPts val="1000"/>
              </a:spcBef>
            </a:pPr>
            <a:r>
              <a:rPr lang="en-US" sz="1400">
                <a:ea typeface="+mn-lt"/>
                <a:cs typeface="+mn-lt"/>
              </a:rPr>
              <a:t>Ensured logout properly clears authentication state.</a:t>
            </a:r>
          </a:p>
          <a:p>
            <a:pPr indent="0">
              <a:buNone/>
            </a:pPr>
            <a:endParaRPr lang="en-US" sz="1400" b="1">
              <a:ea typeface="+mn-lt"/>
              <a:cs typeface="+mn-lt"/>
            </a:endParaRPr>
          </a:p>
          <a:p>
            <a:pPr indent="0">
              <a:buNone/>
            </a:pPr>
            <a:r>
              <a:rPr lang="en-US" sz="1400" b="1">
                <a:ea typeface="+mn-lt"/>
                <a:cs typeface="+mn-lt"/>
              </a:rPr>
              <a:t>2. Improved Search System</a:t>
            </a:r>
            <a:endParaRPr lang="en-US" sz="1400">
              <a:ea typeface="+mn-lt"/>
              <a:cs typeface="+mn-lt"/>
            </a:endParaRPr>
          </a:p>
          <a:p>
            <a:pPr>
              <a:spcBef>
                <a:spcPts val="1000"/>
              </a:spcBef>
            </a:pPr>
            <a:r>
              <a:rPr lang="en-US" sz="1400">
                <a:ea typeface="+mn-lt"/>
                <a:cs typeface="+mn-lt"/>
              </a:rPr>
              <a:t>Implemented </a:t>
            </a:r>
            <a:r>
              <a:rPr lang="en-US" sz="1400" b="1">
                <a:ea typeface="+mn-lt"/>
                <a:cs typeface="+mn-lt"/>
              </a:rPr>
              <a:t>fuzzy search with relevance ranking</a:t>
            </a:r>
            <a:r>
              <a:rPr lang="en-US" sz="1400">
                <a:ea typeface="+mn-lt"/>
                <a:cs typeface="+mn-lt"/>
              </a:rPr>
              <a:t>.</a:t>
            </a:r>
          </a:p>
          <a:p>
            <a:pPr>
              <a:spcBef>
                <a:spcPts val="1000"/>
              </a:spcBef>
            </a:pPr>
            <a:r>
              <a:rPr lang="en-US" sz="1400">
                <a:ea typeface="+mn-lt"/>
                <a:cs typeface="+mn-lt"/>
              </a:rPr>
              <a:t>Search now supports:</a:t>
            </a:r>
          </a:p>
          <a:p>
            <a:pPr marL="9715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Typo tolerance</a:t>
            </a:r>
          </a:p>
          <a:p>
            <a:pPr marL="9715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Partial query matches</a:t>
            </a:r>
          </a:p>
          <a:p>
            <a:pPr marL="971550" lvl="1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Similar title detection.</a:t>
            </a:r>
          </a:p>
          <a:p>
            <a:pPr lvl="1" indent="0">
              <a:buNone/>
            </a:pPr>
            <a:endParaRPr lang="en-US" sz="1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 3. Deployment Fixes</a:t>
            </a:r>
            <a:endParaRPr lang="en-US" sz="1400" b="1"/>
          </a:p>
          <a:p>
            <a:r>
              <a:rPr lang="en-US" sz="1400">
                <a:ea typeface="+mn-lt"/>
                <a:cs typeface="+mn-lt"/>
              </a:rPr>
              <a:t>Corrected server cookie access in Next.js.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Verified successful production build before deployment.</a:t>
            </a: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51466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66B68-1566-CBA5-389B-B9459367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Current Progress and 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C2304-46DC-97D2-7645-FBE3EBC9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 b="1">
                <a:ea typeface="+mn-lt"/>
                <a:cs typeface="+mn-lt"/>
              </a:rPr>
              <a:t>Current System Status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  ✔ Authentication system stable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  ✔ Navbar state correctly reflects login status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  ✔ Video streaming working with media controls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  ✔ Watch history tracking implemented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  ✔ Search functionality improved with fuzzy matching</a:t>
            </a:r>
            <a:endParaRPr lang="en-US" sz="1400"/>
          </a:p>
          <a:p>
            <a:pPr marL="0" indent="0">
              <a:buNone/>
            </a:pPr>
            <a:endParaRPr lang="en-US" sz="1400">
              <a:ea typeface="+mn-lt"/>
              <a:cs typeface="+mn-lt"/>
            </a:endParaRPr>
          </a:p>
          <a:p>
            <a:pPr>
              <a:buNone/>
            </a:pPr>
            <a:r>
              <a:rPr lang="en-US" sz="1400" b="1">
                <a:ea typeface="+mn-lt"/>
                <a:cs typeface="+mn-lt"/>
              </a:rPr>
              <a:t>Future Improvements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Monitor authentication behavior after deployment.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Fine-tune search ranking based on user feedback.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Improve recommendation and trending algorithms.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Expand content catalog and metadata support.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Continue testing edge cases in watch history and streaming features. </a:t>
            </a:r>
            <a:endParaRPr lang="en-US" sz="1400"/>
          </a:p>
          <a:p>
            <a:pPr marL="0" indent="0">
              <a:buNone/>
            </a:pPr>
            <a:endParaRPr lang="en-US" sz="1400"/>
          </a:p>
        </p:txBody>
      </p:sp>
      <p:pic>
        <p:nvPicPr>
          <p:cNvPr id="4" name="Picture 3" descr="A screenshot of a television screen&#10;&#10;AI-generated content may be incorrect.">
            <a:extLst>
              <a:ext uri="{FF2B5EF4-FFF2-40B4-BE49-F238E27FC236}">
                <a16:creationId xmlns:a16="http://schemas.microsoft.com/office/drawing/2014/main" id="{434B7684-C07D-C059-F773-A7A9D4853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631" y="2199946"/>
            <a:ext cx="5147093" cy="3468114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5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black sign with white letters on it&#10;&#10;AI-generated content may be incorrect.">
            <a:extLst>
              <a:ext uri="{FF2B5EF4-FFF2-40B4-BE49-F238E27FC236}">
                <a16:creationId xmlns:a16="http://schemas.microsoft.com/office/drawing/2014/main" id="{68DCC71E-AC2C-F9F0-1EF9-C77DC643C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9002" b="513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5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Cloud-Based Movie Streaming Platform Using FastAPI and Next.js</vt:lpstr>
      <vt:lpstr>System Features</vt:lpstr>
      <vt:lpstr>Problems Identified</vt:lpstr>
      <vt:lpstr>Implemented Solutions</vt:lpstr>
      <vt:lpstr>Current Progress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2026-03-16T00:13:28Z</dcterms:created>
  <dcterms:modified xsi:type="dcterms:W3CDTF">2026-03-16T01:09:38Z</dcterms:modified>
</cp:coreProperties>
</file>